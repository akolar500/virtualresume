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6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5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1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8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9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2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2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67B7C-6A62-497C-9B6A-9658BF86699A}" type="datetimeFigureOut">
              <a:rPr lang="en-US" smtClean="0"/>
              <a:t>9/1/2013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112FC-B006-40BE-8031-96072D40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2667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 Table</a:t>
            </a:r>
          </a:p>
          <a:p>
            <a:r>
              <a:rPr lang="en-US" dirty="0" smtClean="0"/>
              <a:t>---------</a:t>
            </a:r>
          </a:p>
          <a:p>
            <a:r>
              <a:rPr lang="en-US" dirty="0" smtClean="0"/>
              <a:t>Invoice number (PK)</a:t>
            </a:r>
          </a:p>
          <a:p>
            <a:endParaRPr lang="en-US" dirty="0"/>
          </a:p>
          <a:p>
            <a:r>
              <a:rPr lang="en-US" dirty="0" smtClean="0"/>
              <a:t>Tracking number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fk</a:t>
            </a:r>
            <a:r>
              <a:rPr lang="en-US" dirty="0" smtClean="0"/>
              <a:t>) (Status Table)</a:t>
            </a:r>
          </a:p>
          <a:p>
            <a:endParaRPr lang="en-US" dirty="0"/>
          </a:p>
          <a:p>
            <a:r>
              <a:rPr lang="en-US" dirty="0" smtClean="0"/>
              <a:t>Delivery status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fk</a:t>
            </a:r>
            <a:r>
              <a:rPr lang="en-US" dirty="0" smtClean="0"/>
              <a:t>) (Status Table)</a:t>
            </a:r>
          </a:p>
          <a:p>
            <a:endParaRPr lang="en-US" dirty="0"/>
          </a:p>
          <a:p>
            <a:r>
              <a:rPr lang="en-US" dirty="0" smtClean="0"/>
              <a:t>Weight</a:t>
            </a:r>
          </a:p>
          <a:p>
            <a:endParaRPr lang="en-US" dirty="0"/>
          </a:p>
          <a:p>
            <a:r>
              <a:rPr lang="en-US" dirty="0" smtClean="0"/>
              <a:t>Item </a:t>
            </a:r>
            <a:r>
              <a:rPr lang="en-US" dirty="0" err="1" smtClean="0"/>
              <a:t>qty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495800" y="457200"/>
            <a:ext cx="3352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Status Table</a:t>
            </a:r>
          </a:p>
          <a:p>
            <a:r>
              <a:rPr lang="en-US" dirty="0" smtClean="0"/>
              <a:t>---------</a:t>
            </a:r>
          </a:p>
          <a:p>
            <a:r>
              <a:rPr lang="en-US" dirty="0" smtClean="0"/>
              <a:t>Tracking Number (PK)</a:t>
            </a:r>
          </a:p>
          <a:p>
            <a:endParaRPr lang="en-US" dirty="0" smtClean="0"/>
          </a:p>
          <a:p>
            <a:r>
              <a:rPr lang="en-US" dirty="0" smtClean="0"/>
              <a:t>Vendor name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fk</a:t>
            </a:r>
            <a:r>
              <a:rPr lang="en-US" dirty="0" smtClean="0"/>
              <a:t>) (Vendor Table)</a:t>
            </a:r>
          </a:p>
          <a:p>
            <a:endParaRPr lang="en-US" dirty="0"/>
          </a:p>
          <a:p>
            <a:r>
              <a:rPr lang="en-US" dirty="0" smtClean="0"/>
              <a:t>Delivery method</a:t>
            </a:r>
          </a:p>
          <a:p>
            <a:endParaRPr lang="en-US" dirty="0"/>
          </a:p>
          <a:p>
            <a:r>
              <a:rPr lang="en-US" dirty="0" smtClean="0"/>
              <a:t>Delivery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299466"/>
            <a:ext cx="335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Vendor Table</a:t>
            </a:r>
          </a:p>
          <a:p>
            <a:r>
              <a:rPr lang="en-US" dirty="0" smtClean="0"/>
              <a:t>--------</a:t>
            </a:r>
          </a:p>
          <a:p>
            <a:r>
              <a:rPr lang="en-US" dirty="0" smtClean="0"/>
              <a:t>Vendor name (PK)</a:t>
            </a:r>
          </a:p>
          <a:p>
            <a:r>
              <a:rPr lang="en-US" dirty="0" smtClean="0"/>
              <a:t>Delivery method options</a:t>
            </a:r>
          </a:p>
          <a:p>
            <a:r>
              <a:rPr lang="en-US" dirty="0" smtClean="0"/>
              <a:t>Cost per pound of Overnight</a:t>
            </a:r>
          </a:p>
          <a:p>
            <a:r>
              <a:rPr lang="en-US" dirty="0" smtClean="0"/>
              <a:t>Cost per pound of Standard</a:t>
            </a:r>
          </a:p>
          <a:p>
            <a:r>
              <a:rPr lang="en-US" dirty="0" smtClean="0"/>
              <a:t>Cost per pound </a:t>
            </a:r>
            <a:r>
              <a:rPr lang="en-US" smtClean="0"/>
              <a:t>of Next Day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897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77</Words>
  <Application>Microsoft Office PowerPoint</Application>
  <PresentationFormat>On-screen Show (4:3)</PresentationFormat>
  <Paragraphs>30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AlexJKolar</dc:creator>
  <cp:lastModifiedBy>AlexJKolar</cp:lastModifiedBy>
  <cp:revision>5</cp:revision>
  <dcterms:created xsi:type="dcterms:W3CDTF">2013-09-01T22:06:18Z</dcterms:created>
  <dcterms:modified xsi:type="dcterms:W3CDTF">2013-09-01T23:11:50Z</dcterms:modified>
</cp:coreProperties>
</file>